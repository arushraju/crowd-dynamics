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A6984-4B21-7964-823D-5DDA85BCFB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4D5DC9-1829-022A-D8F6-087E32FBF4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207106-2E02-0912-0494-A824DBBC4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14392-B0C4-A624-A92A-3F740652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D8CDB-16D6-22ED-FE1E-955F3967A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8192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6AB1-CE68-AE7A-7031-B442C9F9B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A08E5-024A-028B-D589-FBF572C8A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876434-8205-18B2-39E8-9C00749AD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BAE27-9800-A36A-AED4-C84CF72F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5F9CE-1BF2-320B-B6B9-E4C5CAC83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14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C53D7-0C8C-8018-AD92-5E2814F6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F95AC-3CE1-2585-FA51-3CB3E2170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338366-9906-398C-79E3-5C15CC894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C6ABF-331F-33FF-367F-11513BA3B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D16311-354C-4D6B-CF4C-EDE58CC1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40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000BF-D544-3135-B7E3-3C44A8CAB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9B4E4-A21D-C262-17C9-904E79FC64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F398D-8736-C49E-7D2F-1A9A6AA3C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D6C46-3962-3A09-EEA3-91C1B3403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B8E11-8914-4AEF-803B-B88906E7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E0778-B64D-1686-260C-1B798580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03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660E1-EC51-DAC0-3960-44652327B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2048A-E7A1-B91B-3A3C-5D79B5E9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88E40-90C2-7D43-2361-22E882146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C52FE0-386D-0C87-A200-E7C887C43F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237EF-E208-2F03-4FDC-8607D9C2C5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21A56-9240-0987-FA78-2338DD156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04F60F-90EA-181D-A9D7-6CB289F81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5BF34-4842-BB5F-D1DB-E7AB83F2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52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19C0B-2D21-3B83-A133-F660BC48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F5251-E139-9653-7B77-ADB01B2C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53265-4185-3148-5E86-A6B4B2E0F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113792-4172-DEB7-A132-DF17673D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380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1F29F-5268-3392-47CA-6C6B2E15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2ED7A-A762-BC96-F4F2-9CCE3C80F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8C5B1-7171-0E09-371A-037DD04E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526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9477-6749-F50E-3846-A367F71C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EC1F-E380-F6ED-AB42-7FA07ED54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F5B75-C1BC-33A2-385A-D8F80840E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4CC8E-784F-74B0-569C-0AEA2585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46AE5-CD35-0108-7C51-F42253B2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D4EE3-8C60-0C7B-A4CD-9D3BDAF6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5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AC0C5-9393-E195-D7CE-F22993E31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B127D-B51C-DC83-964E-23BA2CEB5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8466E8-AACF-8668-6A42-1678F4241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1CD14-3E7F-3751-6733-9755540B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BC79D-CF14-1714-7ACA-64FEF2E81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727A9-C52F-B341-6FDA-CB4C0E8EE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93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D55F-3BB5-D7B0-7FF0-E35775A08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1891E-4C59-D5E2-E3BB-0FE2F9586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11E40-FB58-D621-A750-D5726FE9B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DE9B9-7F1B-0793-1324-69CD297A3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81D19-9DCA-2C4F-1CDE-C6647962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24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61557-9DB6-807D-2694-D23ABD3B2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9A2B0-6DB0-FC90-7D74-163EF51C8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5B16B-0EC6-8744-0264-B2804D869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8512C-95B2-8697-8D04-9BB5999A9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F0B4B-9C33-32FB-4FF8-CD2BB8736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233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E2DDCC-A710-C598-7EA4-901CFEB5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72D8F-C6B2-14F5-22D8-E89F1028A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CAEA6-68BC-8F6E-631F-B2B19ABC3D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15E7F-2F52-49A1-8D36-36CE4FDACA4B}" type="datetimeFigureOut">
              <a:rPr lang="en-IN" smtClean="0"/>
              <a:t>27-09-2026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556EA-22FF-47B2-2014-9C45996BF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78A67-C376-590F-3965-FBF0D1342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AA976-9A21-4B7D-B823-AC5A7A4961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45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D186A4D-6334-0434-86FC-AF049B06CDD6}"/>
              </a:ext>
            </a:extLst>
          </p:cNvPr>
          <p:cNvSpPr/>
          <p:nvPr/>
        </p:nvSpPr>
        <p:spPr>
          <a:xfrm>
            <a:off x="3209949" y="843749"/>
            <a:ext cx="5400000" cy="540000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A05E-2F67-B3F7-F484-E5E71A0AC09E}"/>
              </a:ext>
            </a:extLst>
          </p:cNvPr>
          <p:cNvSpPr/>
          <p:nvPr/>
        </p:nvSpPr>
        <p:spPr>
          <a:xfrm>
            <a:off x="5819949" y="5523749"/>
            <a:ext cx="180000" cy="720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7B81C-545D-CDED-5C2A-099F675678D0}"/>
              </a:ext>
            </a:extLst>
          </p:cNvPr>
          <p:cNvSpPr/>
          <p:nvPr/>
        </p:nvSpPr>
        <p:spPr>
          <a:xfrm>
            <a:off x="5819949" y="849632"/>
            <a:ext cx="180000" cy="7200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3FCD96-6691-DA1E-1F5B-F6BBC78676C2}"/>
              </a:ext>
            </a:extLst>
          </p:cNvPr>
          <p:cNvSpPr/>
          <p:nvPr/>
        </p:nvSpPr>
        <p:spPr>
          <a:xfrm>
            <a:off x="5812207" y="2289632"/>
            <a:ext cx="180000" cy="2514117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B0D82A-1C9C-098F-7EBB-CC50E8239A2F}"/>
              </a:ext>
            </a:extLst>
          </p:cNvPr>
          <p:cNvCxnSpPr>
            <a:cxnSpLocks/>
          </p:cNvCxnSpPr>
          <p:nvPr/>
        </p:nvCxnSpPr>
        <p:spPr>
          <a:xfrm>
            <a:off x="8314982" y="983490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61F10E2-48AF-3B76-4B74-E7F9CE92AA52}"/>
              </a:ext>
            </a:extLst>
          </p:cNvPr>
          <p:cNvCxnSpPr>
            <a:cxnSpLocks/>
          </p:cNvCxnSpPr>
          <p:nvPr/>
        </p:nvCxnSpPr>
        <p:spPr>
          <a:xfrm>
            <a:off x="8314982" y="1303038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CD064FE-E8C4-A906-4A32-4A257714D5B2}"/>
              </a:ext>
            </a:extLst>
          </p:cNvPr>
          <p:cNvCxnSpPr>
            <a:cxnSpLocks/>
          </p:cNvCxnSpPr>
          <p:nvPr/>
        </p:nvCxnSpPr>
        <p:spPr>
          <a:xfrm>
            <a:off x="8314982" y="1622586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17C9C8-E699-41EA-A680-BD4B951F7089}"/>
              </a:ext>
            </a:extLst>
          </p:cNvPr>
          <p:cNvCxnSpPr>
            <a:cxnSpLocks/>
          </p:cNvCxnSpPr>
          <p:nvPr/>
        </p:nvCxnSpPr>
        <p:spPr>
          <a:xfrm>
            <a:off x="8314982" y="1942134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384E0EE-D77D-25C4-CA43-3F5AC5FB7CAA}"/>
              </a:ext>
            </a:extLst>
          </p:cNvPr>
          <p:cNvCxnSpPr>
            <a:cxnSpLocks/>
          </p:cNvCxnSpPr>
          <p:nvPr/>
        </p:nvCxnSpPr>
        <p:spPr>
          <a:xfrm>
            <a:off x="8314982" y="2261682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10C2E8-5448-190C-B93C-5CF0E7206030}"/>
              </a:ext>
            </a:extLst>
          </p:cNvPr>
          <p:cNvCxnSpPr>
            <a:cxnSpLocks/>
          </p:cNvCxnSpPr>
          <p:nvPr/>
        </p:nvCxnSpPr>
        <p:spPr>
          <a:xfrm>
            <a:off x="8314982" y="2581230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4C428F-5F32-A734-368F-B27EC41D1E78}"/>
              </a:ext>
            </a:extLst>
          </p:cNvPr>
          <p:cNvCxnSpPr>
            <a:cxnSpLocks/>
          </p:cNvCxnSpPr>
          <p:nvPr/>
        </p:nvCxnSpPr>
        <p:spPr>
          <a:xfrm>
            <a:off x="8314982" y="2900778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A531131-C049-5A64-0BC2-156475BEC6FD}"/>
              </a:ext>
            </a:extLst>
          </p:cNvPr>
          <p:cNvCxnSpPr>
            <a:cxnSpLocks/>
          </p:cNvCxnSpPr>
          <p:nvPr/>
        </p:nvCxnSpPr>
        <p:spPr>
          <a:xfrm>
            <a:off x="8314982" y="3220326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DB81050-1CE0-D943-4F19-43D005BE8684}"/>
              </a:ext>
            </a:extLst>
          </p:cNvPr>
          <p:cNvCxnSpPr>
            <a:cxnSpLocks/>
          </p:cNvCxnSpPr>
          <p:nvPr/>
        </p:nvCxnSpPr>
        <p:spPr>
          <a:xfrm>
            <a:off x="8314982" y="3539874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5C5B2D8-C8EB-4543-E362-760422677843}"/>
              </a:ext>
            </a:extLst>
          </p:cNvPr>
          <p:cNvCxnSpPr>
            <a:cxnSpLocks/>
          </p:cNvCxnSpPr>
          <p:nvPr/>
        </p:nvCxnSpPr>
        <p:spPr>
          <a:xfrm>
            <a:off x="8314982" y="3859422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5F398F-4609-859A-DA31-25C2D5517525}"/>
              </a:ext>
            </a:extLst>
          </p:cNvPr>
          <p:cNvCxnSpPr>
            <a:cxnSpLocks/>
          </p:cNvCxnSpPr>
          <p:nvPr/>
        </p:nvCxnSpPr>
        <p:spPr>
          <a:xfrm>
            <a:off x="8314982" y="4178970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8EBC3C9-08F4-BE3A-7AD1-8E05116990F7}"/>
              </a:ext>
            </a:extLst>
          </p:cNvPr>
          <p:cNvCxnSpPr>
            <a:cxnSpLocks/>
          </p:cNvCxnSpPr>
          <p:nvPr/>
        </p:nvCxnSpPr>
        <p:spPr>
          <a:xfrm>
            <a:off x="8314982" y="4498518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58F3CC-C29D-A2BE-7E5B-3EF3DAEBC127}"/>
              </a:ext>
            </a:extLst>
          </p:cNvPr>
          <p:cNvCxnSpPr>
            <a:cxnSpLocks/>
          </p:cNvCxnSpPr>
          <p:nvPr/>
        </p:nvCxnSpPr>
        <p:spPr>
          <a:xfrm>
            <a:off x="8314982" y="4818066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FA9B51E-5E0C-A041-3154-80E9EC94E87E}"/>
              </a:ext>
            </a:extLst>
          </p:cNvPr>
          <p:cNvCxnSpPr>
            <a:cxnSpLocks/>
          </p:cNvCxnSpPr>
          <p:nvPr/>
        </p:nvCxnSpPr>
        <p:spPr>
          <a:xfrm>
            <a:off x="8314982" y="5137614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9E64E72-D942-C801-3963-9B7815B4D5D7}"/>
              </a:ext>
            </a:extLst>
          </p:cNvPr>
          <p:cNvCxnSpPr>
            <a:cxnSpLocks/>
          </p:cNvCxnSpPr>
          <p:nvPr/>
        </p:nvCxnSpPr>
        <p:spPr>
          <a:xfrm>
            <a:off x="8314982" y="5457162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C8ECF99-775F-2647-402B-9EB100DF86BA}"/>
              </a:ext>
            </a:extLst>
          </p:cNvPr>
          <p:cNvCxnSpPr>
            <a:cxnSpLocks/>
          </p:cNvCxnSpPr>
          <p:nvPr/>
        </p:nvCxnSpPr>
        <p:spPr>
          <a:xfrm>
            <a:off x="8314982" y="5776710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AACB858-8662-22CF-579E-E4502CBE2301}"/>
              </a:ext>
            </a:extLst>
          </p:cNvPr>
          <p:cNvCxnSpPr>
            <a:cxnSpLocks/>
          </p:cNvCxnSpPr>
          <p:nvPr/>
        </p:nvCxnSpPr>
        <p:spPr>
          <a:xfrm>
            <a:off x="8314982" y="6096258"/>
            <a:ext cx="609600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30FF446-58DE-5DB1-C694-D7A7DEF54556}"/>
              </a:ext>
            </a:extLst>
          </p:cNvPr>
          <p:cNvCxnSpPr>
            <a:cxnSpLocks/>
          </p:cNvCxnSpPr>
          <p:nvPr/>
        </p:nvCxnSpPr>
        <p:spPr>
          <a:xfrm flipH="1">
            <a:off x="2905149" y="992584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5C96281-54AA-E071-40C7-AB16E4F58D56}"/>
              </a:ext>
            </a:extLst>
          </p:cNvPr>
          <p:cNvCxnSpPr>
            <a:cxnSpLocks/>
          </p:cNvCxnSpPr>
          <p:nvPr/>
        </p:nvCxnSpPr>
        <p:spPr>
          <a:xfrm flipH="1">
            <a:off x="2905149" y="1312132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534A650-DC76-A138-8C8D-07A22426402C}"/>
              </a:ext>
            </a:extLst>
          </p:cNvPr>
          <p:cNvCxnSpPr>
            <a:cxnSpLocks/>
          </p:cNvCxnSpPr>
          <p:nvPr/>
        </p:nvCxnSpPr>
        <p:spPr>
          <a:xfrm flipH="1">
            <a:off x="2905149" y="1631680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4734BDE-85B2-0DE6-BACE-2CD09E8708A6}"/>
              </a:ext>
            </a:extLst>
          </p:cNvPr>
          <p:cNvCxnSpPr>
            <a:cxnSpLocks/>
          </p:cNvCxnSpPr>
          <p:nvPr/>
        </p:nvCxnSpPr>
        <p:spPr>
          <a:xfrm flipH="1">
            <a:off x="2905149" y="1951228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1EC5448-A905-FB6A-C0E9-E8D42FD1620B}"/>
              </a:ext>
            </a:extLst>
          </p:cNvPr>
          <p:cNvCxnSpPr>
            <a:cxnSpLocks/>
          </p:cNvCxnSpPr>
          <p:nvPr/>
        </p:nvCxnSpPr>
        <p:spPr>
          <a:xfrm flipH="1">
            <a:off x="2905149" y="2270776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FB8BC4C-40AE-4B6A-1A99-ED2CA88B7066}"/>
              </a:ext>
            </a:extLst>
          </p:cNvPr>
          <p:cNvCxnSpPr>
            <a:cxnSpLocks/>
          </p:cNvCxnSpPr>
          <p:nvPr/>
        </p:nvCxnSpPr>
        <p:spPr>
          <a:xfrm flipH="1">
            <a:off x="2905149" y="2590324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549EA77-E533-954E-D32E-2E09C71E0CD3}"/>
              </a:ext>
            </a:extLst>
          </p:cNvPr>
          <p:cNvCxnSpPr>
            <a:cxnSpLocks/>
          </p:cNvCxnSpPr>
          <p:nvPr/>
        </p:nvCxnSpPr>
        <p:spPr>
          <a:xfrm flipH="1">
            <a:off x="2905149" y="2909872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B656104-84D7-95C4-74D2-BE236661CDE2}"/>
              </a:ext>
            </a:extLst>
          </p:cNvPr>
          <p:cNvCxnSpPr>
            <a:cxnSpLocks/>
          </p:cNvCxnSpPr>
          <p:nvPr/>
        </p:nvCxnSpPr>
        <p:spPr>
          <a:xfrm flipH="1">
            <a:off x="2905149" y="3229420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B4C263-5E09-2754-8F33-A6B7087A4992}"/>
              </a:ext>
            </a:extLst>
          </p:cNvPr>
          <p:cNvCxnSpPr>
            <a:cxnSpLocks/>
          </p:cNvCxnSpPr>
          <p:nvPr/>
        </p:nvCxnSpPr>
        <p:spPr>
          <a:xfrm flipH="1">
            <a:off x="2905149" y="3548968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29B27F6-FB70-51AF-1A34-BCB12B48C20F}"/>
              </a:ext>
            </a:extLst>
          </p:cNvPr>
          <p:cNvCxnSpPr>
            <a:cxnSpLocks/>
          </p:cNvCxnSpPr>
          <p:nvPr/>
        </p:nvCxnSpPr>
        <p:spPr>
          <a:xfrm flipH="1">
            <a:off x="2905149" y="3868516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0B3B07-822E-853A-B00D-761926733999}"/>
              </a:ext>
            </a:extLst>
          </p:cNvPr>
          <p:cNvCxnSpPr>
            <a:cxnSpLocks/>
          </p:cNvCxnSpPr>
          <p:nvPr/>
        </p:nvCxnSpPr>
        <p:spPr>
          <a:xfrm flipH="1">
            <a:off x="2905149" y="4188064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3EA52BF-909E-3794-6582-1713BD4D7914}"/>
              </a:ext>
            </a:extLst>
          </p:cNvPr>
          <p:cNvCxnSpPr>
            <a:cxnSpLocks/>
          </p:cNvCxnSpPr>
          <p:nvPr/>
        </p:nvCxnSpPr>
        <p:spPr>
          <a:xfrm flipH="1">
            <a:off x="2905149" y="4507612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451D4B1-9EFB-E026-3267-DA506C9B5982}"/>
              </a:ext>
            </a:extLst>
          </p:cNvPr>
          <p:cNvCxnSpPr>
            <a:cxnSpLocks/>
          </p:cNvCxnSpPr>
          <p:nvPr/>
        </p:nvCxnSpPr>
        <p:spPr>
          <a:xfrm flipH="1">
            <a:off x="2905149" y="4827160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6D08960-B28F-10D2-41A8-011D4FC3489C}"/>
              </a:ext>
            </a:extLst>
          </p:cNvPr>
          <p:cNvCxnSpPr>
            <a:cxnSpLocks/>
          </p:cNvCxnSpPr>
          <p:nvPr/>
        </p:nvCxnSpPr>
        <p:spPr>
          <a:xfrm flipH="1">
            <a:off x="2905149" y="5146708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15030A-729A-E8C7-BB18-FEC4EE0D0BEB}"/>
              </a:ext>
            </a:extLst>
          </p:cNvPr>
          <p:cNvCxnSpPr>
            <a:cxnSpLocks/>
          </p:cNvCxnSpPr>
          <p:nvPr/>
        </p:nvCxnSpPr>
        <p:spPr>
          <a:xfrm flipH="1">
            <a:off x="2905149" y="5466256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A8312E1-4B32-53D4-A03F-E6D3C4BDC147}"/>
              </a:ext>
            </a:extLst>
          </p:cNvPr>
          <p:cNvCxnSpPr>
            <a:cxnSpLocks/>
          </p:cNvCxnSpPr>
          <p:nvPr/>
        </p:nvCxnSpPr>
        <p:spPr>
          <a:xfrm flipH="1">
            <a:off x="2905149" y="5785804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57C31CE-E03F-EE1C-8058-BCF9F3F614E8}"/>
              </a:ext>
            </a:extLst>
          </p:cNvPr>
          <p:cNvCxnSpPr>
            <a:cxnSpLocks/>
          </p:cNvCxnSpPr>
          <p:nvPr/>
        </p:nvCxnSpPr>
        <p:spPr>
          <a:xfrm flipH="1">
            <a:off x="2905149" y="6105352"/>
            <a:ext cx="60960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081C3271-25E3-CEED-1D7E-C2121DFE8FB1}"/>
              </a:ext>
            </a:extLst>
          </p:cNvPr>
          <p:cNvSpPr/>
          <p:nvPr/>
        </p:nvSpPr>
        <p:spPr>
          <a:xfrm>
            <a:off x="5999949" y="832493"/>
            <a:ext cx="781664" cy="540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BAD142D-AD3A-0E72-5D14-2C6ADF04FD35}"/>
              </a:ext>
            </a:extLst>
          </p:cNvPr>
          <p:cNvSpPr/>
          <p:nvPr/>
        </p:nvSpPr>
        <p:spPr>
          <a:xfrm>
            <a:off x="5028086" y="843749"/>
            <a:ext cx="781664" cy="5399999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29B50D-FF0D-4293-2FBC-2FA97473F476}"/>
              </a:ext>
            </a:extLst>
          </p:cNvPr>
          <p:cNvCxnSpPr>
            <a:cxnSpLocks/>
          </p:cNvCxnSpPr>
          <p:nvPr/>
        </p:nvCxnSpPr>
        <p:spPr>
          <a:xfrm>
            <a:off x="6144877" y="2289632"/>
            <a:ext cx="0" cy="252000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6ECC950-17FE-959E-0EFB-021579F71C33}"/>
              </a:ext>
            </a:extLst>
          </p:cNvPr>
          <p:cNvCxnSpPr>
            <a:cxnSpLocks/>
          </p:cNvCxnSpPr>
          <p:nvPr/>
        </p:nvCxnSpPr>
        <p:spPr>
          <a:xfrm>
            <a:off x="6130129" y="1569632"/>
            <a:ext cx="0" cy="72000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1F40163E-ACAE-0CB1-11A5-3D1E4A96EB89}"/>
              </a:ext>
            </a:extLst>
          </p:cNvPr>
          <p:cNvCxnSpPr>
            <a:cxnSpLocks/>
          </p:cNvCxnSpPr>
          <p:nvPr/>
        </p:nvCxnSpPr>
        <p:spPr>
          <a:xfrm>
            <a:off x="6130129" y="846690"/>
            <a:ext cx="0" cy="725883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927F008-264A-AA6A-856A-93A9F5DCF612}"/>
              </a:ext>
            </a:extLst>
          </p:cNvPr>
          <p:cNvCxnSpPr>
            <a:cxnSpLocks/>
          </p:cNvCxnSpPr>
          <p:nvPr/>
        </p:nvCxnSpPr>
        <p:spPr>
          <a:xfrm>
            <a:off x="6144878" y="4803749"/>
            <a:ext cx="0" cy="72000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0741F1A5-B9DD-B245-85D7-E81FC0CA5C26}"/>
              </a:ext>
            </a:extLst>
          </p:cNvPr>
          <p:cNvCxnSpPr>
            <a:cxnSpLocks/>
          </p:cNvCxnSpPr>
          <p:nvPr/>
        </p:nvCxnSpPr>
        <p:spPr>
          <a:xfrm>
            <a:off x="6139962" y="5523749"/>
            <a:ext cx="0" cy="72000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7C6F7209-D69E-84C4-8CE9-CBBA8BDC4DF4}"/>
              </a:ext>
            </a:extLst>
          </p:cNvPr>
          <p:cNvCxnSpPr>
            <a:cxnSpLocks/>
          </p:cNvCxnSpPr>
          <p:nvPr/>
        </p:nvCxnSpPr>
        <p:spPr>
          <a:xfrm>
            <a:off x="5999949" y="739814"/>
            <a:ext cx="78940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214D6799-0237-A0D7-5E5D-9BD8626F7C81}"/>
              </a:ext>
            </a:extLst>
          </p:cNvPr>
          <p:cNvCxnSpPr>
            <a:cxnSpLocks/>
          </p:cNvCxnSpPr>
          <p:nvPr/>
        </p:nvCxnSpPr>
        <p:spPr>
          <a:xfrm flipV="1">
            <a:off x="2772877" y="811852"/>
            <a:ext cx="0" cy="537465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B8E96FD-A034-695F-EB9A-92FF26A254A4}"/>
              </a:ext>
            </a:extLst>
          </p:cNvPr>
          <p:cNvCxnSpPr>
            <a:cxnSpLocks/>
          </p:cNvCxnSpPr>
          <p:nvPr/>
        </p:nvCxnSpPr>
        <p:spPr>
          <a:xfrm>
            <a:off x="5030543" y="739814"/>
            <a:ext cx="789406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4E9CD58-3535-6290-FD0F-4DB9D8A92854}"/>
              </a:ext>
            </a:extLst>
          </p:cNvPr>
          <p:cNvCxnSpPr/>
          <p:nvPr/>
        </p:nvCxnSpPr>
        <p:spPr>
          <a:xfrm>
            <a:off x="6631575" y="6186502"/>
            <a:ext cx="393290" cy="36979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9F017C96-C7D0-9B07-FE96-9935C88B08EE}"/>
              </a:ext>
            </a:extLst>
          </p:cNvPr>
          <p:cNvCxnSpPr>
            <a:cxnSpLocks/>
          </p:cNvCxnSpPr>
          <p:nvPr/>
        </p:nvCxnSpPr>
        <p:spPr>
          <a:xfrm flipH="1">
            <a:off x="4697293" y="6121196"/>
            <a:ext cx="433848" cy="4459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0A47566B-BE2C-F42E-E272-5A3466B4FED4}"/>
              </a:ext>
            </a:extLst>
          </p:cNvPr>
          <p:cNvCxnSpPr>
            <a:cxnSpLocks/>
          </p:cNvCxnSpPr>
          <p:nvPr/>
        </p:nvCxnSpPr>
        <p:spPr>
          <a:xfrm>
            <a:off x="5809750" y="6336268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36D8ED1-B5BC-4B7D-209D-17285298A4AF}"/>
              </a:ext>
            </a:extLst>
          </p:cNvPr>
          <p:cNvSpPr txBox="1"/>
          <p:nvPr/>
        </p:nvSpPr>
        <p:spPr>
          <a:xfrm>
            <a:off x="6060402" y="447212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2m</a:t>
            </a:r>
            <a:endParaRPr lang="en-IN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35A82ED-8627-9D70-6D22-B8B6DF464A4B}"/>
              </a:ext>
            </a:extLst>
          </p:cNvPr>
          <p:cNvSpPr txBox="1"/>
          <p:nvPr/>
        </p:nvSpPr>
        <p:spPr>
          <a:xfrm>
            <a:off x="6089256" y="106154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L1</a:t>
            </a:r>
            <a:endParaRPr lang="en-IN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E864680-4B27-ABA0-F110-732E0C5ECEE0}"/>
              </a:ext>
            </a:extLst>
          </p:cNvPr>
          <p:cNvSpPr txBox="1"/>
          <p:nvPr/>
        </p:nvSpPr>
        <p:spPr>
          <a:xfrm>
            <a:off x="5636089" y="93483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15m</a:t>
            </a:r>
            <a:endParaRPr lang="en-IN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A390747-162C-90F5-A2C8-31286A737AD0}"/>
              </a:ext>
            </a:extLst>
          </p:cNvPr>
          <p:cNvSpPr txBox="1"/>
          <p:nvPr/>
        </p:nvSpPr>
        <p:spPr>
          <a:xfrm>
            <a:off x="6089256" y="1735633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959EBEE8-DD18-6548-C876-58D246417467}"/>
              </a:ext>
            </a:extLst>
          </p:cNvPr>
          <p:cNvSpPr txBox="1"/>
          <p:nvPr/>
        </p:nvSpPr>
        <p:spPr>
          <a:xfrm>
            <a:off x="6089256" y="3261946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L2</a:t>
            </a:r>
            <a:endParaRPr lang="en-IN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CECA370-98B7-9BF5-5774-54B5DFAADD6D}"/>
              </a:ext>
            </a:extLst>
          </p:cNvPr>
          <p:cNvSpPr txBox="1"/>
          <p:nvPr/>
        </p:nvSpPr>
        <p:spPr>
          <a:xfrm>
            <a:off x="6089256" y="4943116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</a:t>
            </a:r>
            <a:endParaRPr lang="en-IN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CD5DB2EC-7BF5-46C3-E660-404A79419074}"/>
              </a:ext>
            </a:extLst>
          </p:cNvPr>
          <p:cNvSpPr txBox="1"/>
          <p:nvPr/>
        </p:nvSpPr>
        <p:spPr>
          <a:xfrm>
            <a:off x="6089256" y="5678691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L1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6ACC433-9A8A-3417-C6E8-34ACD1A0EFC1}"/>
                  </a:ext>
                </a:extLst>
              </p:cNvPr>
              <p:cNvSpPr txBox="1"/>
              <p:nvPr/>
            </p:nvSpPr>
            <p:spPr>
              <a:xfrm>
                <a:off x="4462667" y="6471569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IN" i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66ACC433-9A8A-3417-C6E8-34ACD1A0E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667" y="6471569"/>
                <a:ext cx="380232" cy="369332"/>
              </a:xfrm>
              <a:prstGeom prst="rect">
                <a:avLst/>
              </a:prstGeom>
              <a:blipFill>
                <a:blip r:embed="rId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CF6B91D-4371-E355-4BEB-B15FA9924489}"/>
                  </a:ext>
                </a:extLst>
              </p:cNvPr>
              <p:cNvSpPr txBox="1"/>
              <p:nvPr/>
            </p:nvSpPr>
            <p:spPr>
              <a:xfrm>
                <a:off x="6902688" y="6411486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IN" i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8CF6B91D-4371-E355-4BEB-B15FA99244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688" y="6411486"/>
                <a:ext cx="380232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4B6DA967-3F06-2E0A-4CEF-3C277C1613BA}"/>
              </a:ext>
            </a:extLst>
          </p:cNvPr>
          <p:cNvSpPr txBox="1"/>
          <p:nvPr/>
        </p:nvSpPr>
        <p:spPr>
          <a:xfrm>
            <a:off x="5745704" y="648866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0.5m</a:t>
            </a:r>
            <a:endParaRPr lang="en-IN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8AF4665-86CF-5D18-A2D1-979F93C6F146}"/>
              </a:ext>
            </a:extLst>
          </p:cNvPr>
          <p:cNvSpPr txBox="1"/>
          <p:nvPr/>
        </p:nvSpPr>
        <p:spPr>
          <a:xfrm>
            <a:off x="5211131" y="432410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2m</a:t>
            </a:r>
            <a:endParaRPr lang="en-IN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5DE8977C-3CF7-28A5-EDCD-3E08277AE3FA}"/>
              </a:ext>
            </a:extLst>
          </p:cNvPr>
          <p:cNvCxnSpPr>
            <a:cxnSpLocks/>
          </p:cNvCxnSpPr>
          <p:nvPr/>
        </p:nvCxnSpPr>
        <p:spPr>
          <a:xfrm>
            <a:off x="3209949" y="432410"/>
            <a:ext cx="5400000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A883086-89EA-39E3-3180-F61284AE3275}"/>
              </a:ext>
            </a:extLst>
          </p:cNvPr>
          <p:cNvSpPr txBox="1"/>
          <p:nvPr/>
        </p:nvSpPr>
        <p:spPr>
          <a:xfrm>
            <a:off x="2180305" y="3188466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570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Arush Chinchkhede</dc:creator>
  <cp:lastModifiedBy>Arush Chinchkhede</cp:lastModifiedBy>
  <cp:revision>4</cp:revision>
  <dcterms:created xsi:type="dcterms:W3CDTF">2026-09-09T12:54:11Z</dcterms:created>
  <dcterms:modified xsi:type="dcterms:W3CDTF">2026-09-27T10:15:44Z</dcterms:modified>
</cp:coreProperties>
</file>