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5" d="100"/>
          <a:sy n="65" d="100"/>
        </p:scale>
        <p:origin x="70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1A6984-4B21-7964-823D-5DDA85BCFB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44D5DC9-1829-022A-D8F6-087E32FBF4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207106-2E02-0912-0494-A824DBBC41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15E7F-2F52-49A1-8D36-36CE4FDACA4B}" type="datetimeFigureOut">
              <a:rPr lang="en-IN" smtClean="0"/>
              <a:t>09-09-2026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A14392-B0C4-A624-A92A-3F7406525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ED8CDB-16D6-22ED-FE1E-955F3967A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AA976-9A21-4B7D-B823-AC5A7A49610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581920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856AB1-CE68-AE7A-7031-B442C9F9B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2A08E5-024A-028B-D589-FBF572C8A1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876434-8205-18B2-39E8-9C00749ADA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15E7F-2F52-49A1-8D36-36CE4FDACA4B}" type="datetimeFigureOut">
              <a:rPr lang="en-IN" smtClean="0"/>
              <a:t>09-09-2026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3BAE27-9800-A36A-AED4-C84CF72F1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35F9CE-1BF2-320B-B6B9-E4C5CAC836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AA976-9A21-4B7D-B823-AC5A7A49610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955149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3C53D7-0C8C-8018-AD92-5E2814F65F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6F95AC-3CE1-2585-FA51-3CB3E2170E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338366-9906-398C-79E3-5C15CC894C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15E7F-2F52-49A1-8D36-36CE4FDACA4B}" type="datetimeFigureOut">
              <a:rPr lang="en-IN" smtClean="0"/>
              <a:t>09-09-2026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3C6ABF-331F-33FF-367F-11513BA3B1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D16311-354C-4D6B-CF4C-EDE58CC1A6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AA976-9A21-4B7D-B823-AC5A7A49610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468403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4000BF-D544-3135-B7E3-3C44A8CAB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A9B4E4-A21D-C262-17C9-904E79FC641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EF398D-8736-C49E-7D2F-1A9A6AA3CF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CD6C46-3962-3A09-EEA3-91C1B34038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15E7F-2F52-49A1-8D36-36CE4FDACA4B}" type="datetimeFigureOut">
              <a:rPr lang="en-IN" smtClean="0"/>
              <a:t>09-09-2026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4B8E11-8914-4AEF-803B-B88906E798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5E0778-B64D-1686-260C-1B798580E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AA976-9A21-4B7D-B823-AC5A7A49610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120381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660E1-EC51-DAC0-3960-44652327B9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32048A-E7A1-B91B-3A3C-5D79B5E920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588E40-90C2-7D43-2361-22E8821461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CC52FE0-386D-0C87-A200-E7C887C43F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FB237EF-E208-2F03-4FDC-8607D9C2C55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3921A56-9240-0987-FA78-2338DD1566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15E7F-2F52-49A1-8D36-36CE4FDACA4B}" type="datetimeFigureOut">
              <a:rPr lang="en-IN" smtClean="0"/>
              <a:t>09-09-2026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A04F60F-90EA-181D-A9D7-6CB289F810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A45BF34-4842-BB5F-D1DB-E7AB83F24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AA976-9A21-4B7D-B823-AC5A7A49610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775256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19C0B-2D21-3B83-A133-F660BC4893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DF5251-E139-9653-7B77-ADB01B2C7F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15E7F-2F52-49A1-8D36-36CE4FDACA4B}" type="datetimeFigureOut">
              <a:rPr lang="en-IN" smtClean="0"/>
              <a:t>09-09-2026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753265-4185-3148-5E86-A6B4B2E0F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B113792-4172-DEB7-A132-DF17673DE7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AA976-9A21-4B7D-B823-AC5A7A49610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033804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5A1F29F-5268-3392-47CA-6C6B2E15C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15E7F-2F52-49A1-8D36-36CE4FDACA4B}" type="datetimeFigureOut">
              <a:rPr lang="en-IN" smtClean="0"/>
              <a:t>09-09-2026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52ED7A-A762-BC96-F4F2-9CCE3C80FA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78C5B1-7171-0E09-371A-037DD04E7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AA976-9A21-4B7D-B823-AC5A7A49610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445268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669477-6749-F50E-3846-A367F71C9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A7EC1F-E380-F6ED-AB42-7FA07ED548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8F5B75-C1BC-33A2-385A-D8F80840E6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04CC8E-784F-74B0-569C-0AEA258599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15E7F-2F52-49A1-8D36-36CE4FDACA4B}" type="datetimeFigureOut">
              <a:rPr lang="en-IN" smtClean="0"/>
              <a:t>09-09-2026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646AE5-CD35-0108-7C51-F42253B2B7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AD4EE3-8C60-0C7B-A4CD-9D3BDAF660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AA976-9A21-4B7D-B823-AC5A7A49610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245247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0AC0C5-9393-E195-D7CE-F22993E31D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C2B127D-B51C-DC83-964E-23BA2CEB553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8466E8-AACF-8668-6A42-1678F4241C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81CD14-3E7F-3751-6733-9755540BC4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15E7F-2F52-49A1-8D36-36CE4FDACA4B}" type="datetimeFigureOut">
              <a:rPr lang="en-IN" smtClean="0"/>
              <a:t>09-09-2026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9BC79D-CF14-1714-7ACA-64FEF2E812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8727A9-C52F-B341-6FDA-CB4C0E8EE1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AA976-9A21-4B7D-B823-AC5A7A49610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53934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5DD55F-3BB5-D7B0-7FF0-E35775A08C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9C1891E-4C59-D5E2-E3BB-0FE2F9586E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C11E40-FB58-D621-A750-D5726FE9B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15E7F-2F52-49A1-8D36-36CE4FDACA4B}" type="datetimeFigureOut">
              <a:rPr lang="en-IN" smtClean="0"/>
              <a:t>09-09-2026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4DE9B9-7F1B-0793-1324-69CD297A30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981D19-9DCA-2C4F-1CDE-C664796280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AA976-9A21-4B7D-B823-AC5A7A49610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092428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9761557-9DB6-807D-2694-D23ABD3B2E2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1F9A2B0-6DB0-FC90-7D74-163EF51C8E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15B16B-0EC6-8744-0264-B2804D869D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15E7F-2F52-49A1-8D36-36CE4FDACA4B}" type="datetimeFigureOut">
              <a:rPr lang="en-IN" smtClean="0"/>
              <a:t>09-09-2026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98512C-95B2-8697-8D04-9BB5999A93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FF0B4B-9C33-32FB-4FF8-CD2BB8736F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AA976-9A21-4B7D-B823-AC5A7A49610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462333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1E2DDCC-A710-C598-7EA4-901CFEB584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872D8F-C6B2-14F5-22D8-E89F1028A8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4CAEA6-68BC-8F6E-631F-B2B19ABC3D5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015E7F-2F52-49A1-8D36-36CE4FDACA4B}" type="datetimeFigureOut">
              <a:rPr lang="en-IN" smtClean="0"/>
              <a:t>09-09-2026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0556EA-22FF-47B2-2014-9C45996BF2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078A67-C376-590F-3965-FBF0D13422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CAA976-9A21-4B7D-B823-AC5A7A49610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51745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D186A4D-6334-0434-86FC-AF049B06CDD6}"/>
              </a:ext>
            </a:extLst>
          </p:cNvPr>
          <p:cNvSpPr/>
          <p:nvPr/>
        </p:nvSpPr>
        <p:spPr>
          <a:xfrm>
            <a:off x="3165987" y="668593"/>
            <a:ext cx="5400000" cy="5400000"/>
          </a:xfrm>
          <a:prstGeom prst="rect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9E6A05E-2F67-B3F7-F484-E5E71A0AC09E}"/>
              </a:ext>
            </a:extLst>
          </p:cNvPr>
          <p:cNvSpPr/>
          <p:nvPr/>
        </p:nvSpPr>
        <p:spPr>
          <a:xfrm>
            <a:off x="5775987" y="5348593"/>
            <a:ext cx="180000" cy="720000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707B81C-545D-CDED-5C2A-099F675678D0}"/>
              </a:ext>
            </a:extLst>
          </p:cNvPr>
          <p:cNvSpPr/>
          <p:nvPr/>
        </p:nvSpPr>
        <p:spPr>
          <a:xfrm>
            <a:off x="5775987" y="674476"/>
            <a:ext cx="180000" cy="720000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B3FCD96-6691-DA1E-1F5B-F6BBC78676C2}"/>
              </a:ext>
            </a:extLst>
          </p:cNvPr>
          <p:cNvSpPr/>
          <p:nvPr/>
        </p:nvSpPr>
        <p:spPr>
          <a:xfrm>
            <a:off x="5768245" y="2114476"/>
            <a:ext cx="180000" cy="2514117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4B0D82A-1C9C-098F-7EBB-CC50E8239A2F}"/>
              </a:ext>
            </a:extLst>
          </p:cNvPr>
          <p:cNvCxnSpPr>
            <a:cxnSpLocks/>
          </p:cNvCxnSpPr>
          <p:nvPr/>
        </p:nvCxnSpPr>
        <p:spPr>
          <a:xfrm>
            <a:off x="8271020" y="808334"/>
            <a:ext cx="609600" cy="0"/>
          </a:xfrm>
          <a:prstGeom prst="straightConnector1">
            <a:avLst/>
          </a:prstGeom>
          <a:ln w="5715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61F10E2-48AF-3B76-4B74-E7F9CE92AA52}"/>
              </a:ext>
            </a:extLst>
          </p:cNvPr>
          <p:cNvCxnSpPr>
            <a:cxnSpLocks/>
          </p:cNvCxnSpPr>
          <p:nvPr/>
        </p:nvCxnSpPr>
        <p:spPr>
          <a:xfrm>
            <a:off x="8271020" y="1127882"/>
            <a:ext cx="609600" cy="0"/>
          </a:xfrm>
          <a:prstGeom prst="straightConnector1">
            <a:avLst/>
          </a:prstGeom>
          <a:ln w="5715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CD064FE-E8C4-A906-4A32-4A257714D5B2}"/>
              </a:ext>
            </a:extLst>
          </p:cNvPr>
          <p:cNvCxnSpPr>
            <a:cxnSpLocks/>
          </p:cNvCxnSpPr>
          <p:nvPr/>
        </p:nvCxnSpPr>
        <p:spPr>
          <a:xfrm>
            <a:off x="8271020" y="1447430"/>
            <a:ext cx="609600" cy="0"/>
          </a:xfrm>
          <a:prstGeom prst="straightConnector1">
            <a:avLst/>
          </a:prstGeom>
          <a:ln w="5715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C17C9C8-E699-41EA-A680-BD4B951F7089}"/>
              </a:ext>
            </a:extLst>
          </p:cNvPr>
          <p:cNvCxnSpPr>
            <a:cxnSpLocks/>
          </p:cNvCxnSpPr>
          <p:nvPr/>
        </p:nvCxnSpPr>
        <p:spPr>
          <a:xfrm>
            <a:off x="8271020" y="1766978"/>
            <a:ext cx="609600" cy="0"/>
          </a:xfrm>
          <a:prstGeom prst="straightConnector1">
            <a:avLst/>
          </a:prstGeom>
          <a:ln w="5715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384E0EE-D77D-25C4-CA43-3F5AC5FB7CAA}"/>
              </a:ext>
            </a:extLst>
          </p:cNvPr>
          <p:cNvCxnSpPr>
            <a:cxnSpLocks/>
          </p:cNvCxnSpPr>
          <p:nvPr/>
        </p:nvCxnSpPr>
        <p:spPr>
          <a:xfrm>
            <a:off x="8271020" y="2086526"/>
            <a:ext cx="609600" cy="0"/>
          </a:xfrm>
          <a:prstGeom prst="straightConnector1">
            <a:avLst/>
          </a:prstGeom>
          <a:ln w="5715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310C2E8-5448-190C-B93C-5CF0E7206030}"/>
              </a:ext>
            </a:extLst>
          </p:cNvPr>
          <p:cNvCxnSpPr>
            <a:cxnSpLocks/>
          </p:cNvCxnSpPr>
          <p:nvPr/>
        </p:nvCxnSpPr>
        <p:spPr>
          <a:xfrm>
            <a:off x="8271020" y="2406074"/>
            <a:ext cx="609600" cy="0"/>
          </a:xfrm>
          <a:prstGeom prst="straightConnector1">
            <a:avLst/>
          </a:prstGeom>
          <a:ln w="5715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34C428F-5F32-A734-368F-B27EC41D1E78}"/>
              </a:ext>
            </a:extLst>
          </p:cNvPr>
          <p:cNvCxnSpPr>
            <a:cxnSpLocks/>
          </p:cNvCxnSpPr>
          <p:nvPr/>
        </p:nvCxnSpPr>
        <p:spPr>
          <a:xfrm>
            <a:off x="8271020" y="2725622"/>
            <a:ext cx="609600" cy="0"/>
          </a:xfrm>
          <a:prstGeom prst="straightConnector1">
            <a:avLst/>
          </a:prstGeom>
          <a:ln w="5715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A531131-C049-5A64-0BC2-156475BEC6FD}"/>
              </a:ext>
            </a:extLst>
          </p:cNvPr>
          <p:cNvCxnSpPr>
            <a:cxnSpLocks/>
          </p:cNvCxnSpPr>
          <p:nvPr/>
        </p:nvCxnSpPr>
        <p:spPr>
          <a:xfrm>
            <a:off x="8271020" y="3045170"/>
            <a:ext cx="609600" cy="0"/>
          </a:xfrm>
          <a:prstGeom prst="straightConnector1">
            <a:avLst/>
          </a:prstGeom>
          <a:ln w="5715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3DB81050-1CE0-D943-4F19-43D005BE8684}"/>
              </a:ext>
            </a:extLst>
          </p:cNvPr>
          <p:cNvCxnSpPr>
            <a:cxnSpLocks/>
          </p:cNvCxnSpPr>
          <p:nvPr/>
        </p:nvCxnSpPr>
        <p:spPr>
          <a:xfrm>
            <a:off x="8271020" y="3364718"/>
            <a:ext cx="609600" cy="0"/>
          </a:xfrm>
          <a:prstGeom prst="straightConnector1">
            <a:avLst/>
          </a:prstGeom>
          <a:ln w="5715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E5C5B2D8-C8EB-4543-E362-760422677843}"/>
              </a:ext>
            </a:extLst>
          </p:cNvPr>
          <p:cNvCxnSpPr>
            <a:cxnSpLocks/>
          </p:cNvCxnSpPr>
          <p:nvPr/>
        </p:nvCxnSpPr>
        <p:spPr>
          <a:xfrm>
            <a:off x="8271020" y="3684266"/>
            <a:ext cx="609600" cy="0"/>
          </a:xfrm>
          <a:prstGeom prst="straightConnector1">
            <a:avLst/>
          </a:prstGeom>
          <a:ln w="5715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75F398F-4609-859A-DA31-25C2D5517525}"/>
              </a:ext>
            </a:extLst>
          </p:cNvPr>
          <p:cNvCxnSpPr>
            <a:cxnSpLocks/>
          </p:cNvCxnSpPr>
          <p:nvPr/>
        </p:nvCxnSpPr>
        <p:spPr>
          <a:xfrm>
            <a:off x="8271020" y="4003814"/>
            <a:ext cx="609600" cy="0"/>
          </a:xfrm>
          <a:prstGeom prst="straightConnector1">
            <a:avLst/>
          </a:prstGeom>
          <a:ln w="5715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58EBC3C9-08F4-BE3A-7AD1-8E05116990F7}"/>
              </a:ext>
            </a:extLst>
          </p:cNvPr>
          <p:cNvCxnSpPr>
            <a:cxnSpLocks/>
          </p:cNvCxnSpPr>
          <p:nvPr/>
        </p:nvCxnSpPr>
        <p:spPr>
          <a:xfrm>
            <a:off x="8271020" y="4323362"/>
            <a:ext cx="609600" cy="0"/>
          </a:xfrm>
          <a:prstGeom prst="straightConnector1">
            <a:avLst/>
          </a:prstGeom>
          <a:ln w="5715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158F3CC-C29D-A2BE-7E5B-3EF3DAEBC127}"/>
              </a:ext>
            </a:extLst>
          </p:cNvPr>
          <p:cNvCxnSpPr>
            <a:cxnSpLocks/>
          </p:cNvCxnSpPr>
          <p:nvPr/>
        </p:nvCxnSpPr>
        <p:spPr>
          <a:xfrm>
            <a:off x="8271020" y="4642910"/>
            <a:ext cx="609600" cy="0"/>
          </a:xfrm>
          <a:prstGeom prst="straightConnector1">
            <a:avLst/>
          </a:prstGeom>
          <a:ln w="5715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FA9B51E-5E0C-A041-3154-80E9EC94E87E}"/>
              </a:ext>
            </a:extLst>
          </p:cNvPr>
          <p:cNvCxnSpPr>
            <a:cxnSpLocks/>
          </p:cNvCxnSpPr>
          <p:nvPr/>
        </p:nvCxnSpPr>
        <p:spPr>
          <a:xfrm>
            <a:off x="8271020" y="4962458"/>
            <a:ext cx="609600" cy="0"/>
          </a:xfrm>
          <a:prstGeom prst="straightConnector1">
            <a:avLst/>
          </a:prstGeom>
          <a:ln w="5715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39E64E72-D942-C801-3963-9B7815B4D5D7}"/>
              </a:ext>
            </a:extLst>
          </p:cNvPr>
          <p:cNvCxnSpPr>
            <a:cxnSpLocks/>
          </p:cNvCxnSpPr>
          <p:nvPr/>
        </p:nvCxnSpPr>
        <p:spPr>
          <a:xfrm>
            <a:off x="8271020" y="5282006"/>
            <a:ext cx="609600" cy="0"/>
          </a:xfrm>
          <a:prstGeom prst="straightConnector1">
            <a:avLst/>
          </a:prstGeom>
          <a:ln w="5715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C8ECF99-775F-2647-402B-9EB100DF86BA}"/>
              </a:ext>
            </a:extLst>
          </p:cNvPr>
          <p:cNvCxnSpPr>
            <a:cxnSpLocks/>
          </p:cNvCxnSpPr>
          <p:nvPr/>
        </p:nvCxnSpPr>
        <p:spPr>
          <a:xfrm>
            <a:off x="8271020" y="5601554"/>
            <a:ext cx="609600" cy="0"/>
          </a:xfrm>
          <a:prstGeom prst="straightConnector1">
            <a:avLst/>
          </a:prstGeom>
          <a:ln w="5715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AACB858-8662-22CF-579E-E4502CBE2301}"/>
              </a:ext>
            </a:extLst>
          </p:cNvPr>
          <p:cNvCxnSpPr>
            <a:cxnSpLocks/>
          </p:cNvCxnSpPr>
          <p:nvPr/>
        </p:nvCxnSpPr>
        <p:spPr>
          <a:xfrm>
            <a:off x="8271020" y="5921102"/>
            <a:ext cx="609600" cy="0"/>
          </a:xfrm>
          <a:prstGeom prst="straightConnector1">
            <a:avLst/>
          </a:prstGeom>
          <a:ln w="5715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30FF446-58DE-5DB1-C694-D7A7DEF54556}"/>
              </a:ext>
            </a:extLst>
          </p:cNvPr>
          <p:cNvCxnSpPr>
            <a:cxnSpLocks/>
          </p:cNvCxnSpPr>
          <p:nvPr/>
        </p:nvCxnSpPr>
        <p:spPr>
          <a:xfrm flipH="1">
            <a:off x="2861187" y="817428"/>
            <a:ext cx="609600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85C96281-54AA-E071-40C7-AB16E4F58D56}"/>
              </a:ext>
            </a:extLst>
          </p:cNvPr>
          <p:cNvCxnSpPr>
            <a:cxnSpLocks/>
          </p:cNvCxnSpPr>
          <p:nvPr/>
        </p:nvCxnSpPr>
        <p:spPr>
          <a:xfrm flipH="1">
            <a:off x="2861187" y="1136976"/>
            <a:ext cx="609600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9534A650-DC76-A138-8C8D-07A22426402C}"/>
              </a:ext>
            </a:extLst>
          </p:cNvPr>
          <p:cNvCxnSpPr>
            <a:cxnSpLocks/>
          </p:cNvCxnSpPr>
          <p:nvPr/>
        </p:nvCxnSpPr>
        <p:spPr>
          <a:xfrm flipH="1">
            <a:off x="2861187" y="1456524"/>
            <a:ext cx="609600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4734BDE-85B2-0DE6-BACE-2CD09E8708A6}"/>
              </a:ext>
            </a:extLst>
          </p:cNvPr>
          <p:cNvCxnSpPr>
            <a:cxnSpLocks/>
          </p:cNvCxnSpPr>
          <p:nvPr/>
        </p:nvCxnSpPr>
        <p:spPr>
          <a:xfrm flipH="1">
            <a:off x="2861187" y="1776072"/>
            <a:ext cx="609600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1EC5448-A905-FB6A-C0E9-E8D42FD1620B}"/>
              </a:ext>
            </a:extLst>
          </p:cNvPr>
          <p:cNvCxnSpPr>
            <a:cxnSpLocks/>
          </p:cNvCxnSpPr>
          <p:nvPr/>
        </p:nvCxnSpPr>
        <p:spPr>
          <a:xfrm flipH="1">
            <a:off x="2861187" y="2095620"/>
            <a:ext cx="609600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FB8BC4C-40AE-4B6A-1A99-ED2CA88B7066}"/>
              </a:ext>
            </a:extLst>
          </p:cNvPr>
          <p:cNvCxnSpPr>
            <a:cxnSpLocks/>
          </p:cNvCxnSpPr>
          <p:nvPr/>
        </p:nvCxnSpPr>
        <p:spPr>
          <a:xfrm flipH="1">
            <a:off x="2861187" y="2415168"/>
            <a:ext cx="609600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B549EA77-E533-954E-D32E-2E09C71E0CD3}"/>
              </a:ext>
            </a:extLst>
          </p:cNvPr>
          <p:cNvCxnSpPr>
            <a:cxnSpLocks/>
          </p:cNvCxnSpPr>
          <p:nvPr/>
        </p:nvCxnSpPr>
        <p:spPr>
          <a:xfrm flipH="1">
            <a:off x="2861187" y="2734716"/>
            <a:ext cx="609600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1B656104-84D7-95C4-74D2-BE236661CDE2}"/>
              </a:ext>
            </a:extLst>
          </p:cNvPr>
          <p:cNvCxnSpPr>
            <a:cxnSpLocks/>
          </p:cNvCxnSpPr>
          <p:nvPr/>
        </p:nvCxnSpPr>
        <p:spPr>
          <a:xfrm flipH="1">
            <a:off x="2861187" y="3054264"/>
            <a:ext cx="609600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4B4C263-5E09-2754-8F33-A6B7087A4992}"/>
              </a:ext>
            </a:extLst>
          </p:cNvPr>
          <p:cNvCxnSpPr>
            <a:cxnSpLocks/>
          </p:cNvCxnSpPr>
          <p:nvPr/>
        </p:nvCxnSpPr>
        <p:spPr>
          <a:xfrm flipH="1">
            <a:off x="2861187" y="3373812"/>
            <a:ext cx="609600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729B27F6-FB70-51AF-1A34-BCB12B48C20F}"/>
              </a:ext>
            </a:extLst>
          </p:cNvPr>
          <p:cNvCxnSpPr>
            <a:cxnSpLocks/>
          </p:cNvCxnSpPr>
          <p:nvPr/>
        </p:nvCxnSpPr>
        <p:spPr>
          <a:xfrm flipH="1">
            <a:off x="2861187" y="3693360"/>
            <a:ext cx="609600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670B3B07-822E-853A-B00D-761926733999}"/>
              </a:ext>
            </a:extLst>
          </p:cNvPr>
          <p:cNvCxnSpPr>
            <a:cxnSpLocks/>
          </p:cNvCxnSpPr>
          <p:nvPr/>
        </p:nvCxnSpPr>
        <p:spPr>
          <a:xfrm flipH="1">
            <a:off x="2861187" y="4012908"/>
            <a:ext cx="609600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43EA52BF-909E-3794-6582-1713BD4D7914}"/>
              </a:ext>
            </a:extLst>
          </p:cNvPr>
          <p:cNvCxnSpPr>
            <a:cxnSpLocks/>
          </p:cNvCxnSpPr>
          <p:nvPr/>
        </p:nvCxnSpPr>
        <p:spPr>
          <a:xfrm flipH="1">
            <a:off x="2861187" y="4332456"/>
            <a:ext cx="609600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9451D4B1-9EFB-E026-3267-DA506C9B5982}"/>
              </a:ext>
            </a:extLst>
          </p:cNvPr>
          <p:cNvCxnSpPr>
            <a:cxnSpLocks/>
          </p:cNvCxnSpPr>
          <p:nvPr/>
        </p:nvCxnSpPr>
        <p:spPr>
          <a:xfrm flipH="1">
            <a:off x="2861187" y="4652004"/>
            <a:ext cx="609600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76D08960-B28F-10D2-41A8-011D4FC3489C}"/>
              </a:ext>
            </a:extLst>
          </p:cNvPr>
          <p:cNvCxnSpPr>
            <a:cxnSpLocks/>
          </p:cNvCxnSpPr>
          <p:nvPr/>
        </p:nvCxnSpPr>
        <p:spPr>
          <a:xfrm flipH="1">
            <a:off x="2861187" y="4971552"/>
            <a:ext cx="609600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2215030A-729A-E8C7-BB18-FEC4EE0D0BEB}"/>
              </a:ext>
            </a:extLst>
          </p:cNvPr>
          <p:cNvCxnSpPr>
            <a:cxnSpLocks/>
          </p:cNvCxnSpPr>
          <p:nvPr/>
        </p:nvCxnSpPr>
        <p:spPr>
          <a:xfrm flipH="1">
            <a:off x="2861187" y="5291100"/>
            <a:ext cx="609600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FA8312E1-4B32-53D4-A03F-E6D3C4BDC147}"/>
              </a:ext>
            </a:extLst>
          </p:cNvPr>
          <p:cNvCxnSpPr>
            <a:cxnSpLocks/>
          </p:cNvCxnSpPr>
          <p:nvPr/>
        </p:nvCxnSpPr>
        <p:spPr>
          <a:xfrm flipH="1">
            <a:off x="2861187" y="5610648"/>
            <a:ext cx="609600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657C31CE-E03F-EE1C-8058-BCF9F3F614E8}"/>
              </a:ext>
            </a:extLst>
          </p:cNvPr>
          <p:cNvCxnSpPr>
            <a:cxnSpLocks/>
          </p:cNvCxnSpPr>
          <p:nvPr/>
        </p:nvCxnSpPr>
        <p:spPr>
          <a:xfrm flipH="1">
            <a:off x="2861187" y="5930196"/>
            <a:ext cx="609600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Rectangle 62">
            <a:extLst>
              <a:ext uri="{FF2B5EF4-FFF2-40B4-BE49-F238E27FC236}">
                <a16:creationId xmlns:a16="http://schemas.microsoft.com/office/drawing/2014/main" id="{081C3271-25E3-CEED-1D7E-C2121DFE8FB1}"/>
              </a:ext>
            </a:extLst>
          </p:cNvPr>
          <p:cNvSpPr/>
          <p:nvPr/>
        </p:nvSpPr>
        <p:spPr>
          <a:xfrm>
            <a:off x="5955987" y="657337"/>
            <a:ext cx="781664" cy="540000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1BAD142D-AD3A-0E72-5D14-2C6ADF04FD35}"/>
              </a:ext>
            </a:extLst>
          </p:cNvPr>
          <p:cNvSpPr/>
          <p:nvPr/>
        </p:nvSpPr>
        <p:spPr>
          <a:xfrm>
            <a:off x="4975405" y="668593"/>
            <a:ext cx="781664" cy="5399999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6E29B50D-FF0D-4293-2FBC-2FA97473F476}"/>
              </a:ext>
            </a:extLst>
          </p:cNvPr>
          <p:cNvCxnSpPr>
            <a:cxnSpLocks/>
          </p:cNvCxnSpPr>
          <p:nvPr/>
        </p:nvCxnSpPr>
        <p:spPr>
          <a:xfrm>
            <a:off x="6100915" y="2114476"/>
            <a:ext cx="0" cy="2520000"/>
          </a:xfrm>
          <a:prstGeom prst="straightConnector1">
            <a:avLst/>
          </a:prstGeom>
          <a:ln w="12700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C6ECC950-17FE-959E-0EFB-021579F71C33}"/>
              </a:ext>
            </a:extLst>
          </p:cNvPr>
          <p:cNvCxnSpPr>
            <a:cxnSpLocks/>
          </p:cNvCxnSpPr>
          <p:nvPr/>
        </p:nvCxnSpPr>
        <p:spPr>
          <a:xfrm>
            <a:off x="6086167" y="1394476"/>
            <a:ext cx="0" cy="720000"/>
          </a:xfrm>
          <a:prstGeom prst="straightConnector1">
            <a:avLst/>
          </a:prstGeom>
          <a:ln w="12700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1F40163E-ACAE-0CB1-11A5-3D1E4A96EB89}"/>
              </a:ext>
            </a:extLst>
          </p:cNvPr>
          <p:cNvCxnSpPr>
            <a:cxnSpLocks/>
          </p:cNvCxnSpPr>
          <p:nvPr/>
        </p:nvCxnSpPr>
        <p:spPr>
          <a:xfrm>
            <a:off x="6086167" y="671534"/>
            <a:ext cx="0" cy="725883"/>
          </a:xfrm>
          <a:prstGeom prst="straightConnector1">
            <a:avLst/>
          </a:prstGeom>
          <a:ln w="12700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9927F008-264A-AA6A-856A-93A9F5DCF612}"/>
              </a:ext>
            </a:extLst>
          </p:cNvPr>
          <p:cNvCxnSpPr>
            <a:cxnSpLocks/>
          </p:cNvCxnSpPr>
          <p:nvPr/>
        </p:nvCxnSpPr>
        <p:spPr>
          <a:xfrm>
            <a:off x="6100916" y="4628593"/>
            <a:ext cx="0" cy="720000"/>
          </a:xfrm>
          <a:prstGeom prst="straightConnector1">
            <a:avLst/>
          </a:prstGeom>
          <a:ln w="12700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0741F1A5-B9DD-B245-85D7-E81FC0CA5C26}"/>
              </a:ext>
            </a:extLst>
          </p:cNvPr>
          <p:cNvCxnSpPr>
            <a:cxnSpLocks/>
          </p:cNvCxnSpPr>
          <p:nvPr/>
        </p:nvCxnSpPr>
        <p:spPr>
          <a:xfrm>
            <a:off x="6096000" y="5348593"/>
            <a:ext cx="0" cy="720000"/>
          </a:xfrm>
          <a:prstGeom prst="straightConnector1">
            <a:avLst/>
          </a:prstGeom>
          <a:ln w="12700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7C6F7209-D69E-84C4-8CE9-CBBA8BDC4DF4}"/>
              </a:ext>
            </a:extLst>
          </p:cNvPr>
          <p:cNvCxnSpPr>
            <a:cxnSpLocks/>
          </p:cNvCxnSpPr>
          <p:nvPr/>
        </p:nvCxnSpPr>
        <p:spPr>
          <a:xfrm>
            <a:off x="5955987" y="564658"/>
            <a:ext cx="789406" cy="0"/>
          </a:xfrm>
          <a:prstGeom prst="straightConnector1">
            <a:avLst/>
          </a:prstGeom>
          <a:ln w="12700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8E65A59F-94E3-451F-5ADD-9C30ADF9DAC2}"/>
              </a:ext>
            </a:extLst>
          </p:cNvPr>
          <p:cNvCxnSpPr>
            <a:cxnSpLocks/>
          </p:cNvCxnSpPr>
          <p:nvPr/>
        </p:nvCxnSpPr>
        <p:spPr>
          <a:xfrm>
            <a:off x="5948245" y="256106"/>
            <a:ext cx="2610000" cy="0"/>
          </a:xfrm>
          <a:prstGeom prst="straightConnector1">
            <a:avLst/>
          </a:prstGeom>
          <a:ln w="12700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214D6799-0237-A0D7-5E5D-9BD8626F7C81}"/>
              </a:ext>
            </a:extLst>
          </p:cNvPr>
          <p:cNvCxnSpPr>
            <a:cxnSpLocks/>
          </p:cNvCxnSpPr>
          <p:nvPr/>
        </p:nvCxnSpPr>
        <p:spPr>
          <a:xfrm flipV="1">
            <a:off x="2728915" y="636696"/>
            <a:ext cx="0" cy="5374650"/>
          </a:xfrm>
          <a:prstGeom prst="straightConnector1">
            <a:avLst/>
          </a:prstGeom>
          <a:ln w="12700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553F3545-2951-FA3E-6842-F4D261255557}"/>
              </a:ext>
            </a:extLst>
          </p:cNvPr>
          <p:cNvCxnSpPr>
            <a:cxnSpLocks/>
          </p:cNvCxnSpPr>
          <p:nvPr/>
        </p:nvCxnSpPr>
        <p:spPr>
          <a:xfrm>
            <a:off x="3165987" y="256106"/>
            <a:ext cx="2610000" cy="0"/>
          </a:xfrm>
          <a:prstGeom prst="straightConnector1">
            <a:avLst/>
          </a:prstGeom>
          <a:ln w="12700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FB8E96FD-A034-695F-EB9A-92FF26A254A4}"/>
              </a:ext>
            </a:extLst>
          </p:cNvPr>
          <p:cNvCxnSpPr>
            <a:cxnSpLocks/>
          </p:cNvCxnSpPr>
          <p:nvPr/>
        </p:nvCxnSpPr>
        <p:spPr>
          <a:xfrm>
            <a:off x="4986581" y="564658"/>
            <a:ext cx="789406" cy="0"/>
          </a:xfrm>
          <a:prstGeom prst="straightConnector1">
            <a:avLst/>
          </a:prstGeom>
          <a:ln w="12700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94E9CD58-3535-6290-FD0F-4DB9D8A92854}"/>
              </a:ext>
            </a:extLst>
          </p:cNvPr>
          <p:cNvCxnSpPr/>
          <p:nvPr/>
        </p:nvCxnSpPr>
        <p:spPr>
          <a:xfrm>
            <a:off x="6587613" y="6011346"/>
            <a:ext cx="393290" cy="369790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9F017C96-C7D0-9B07-FE96-9935C88B08EE}"/>
              </a:ext>
            </a:extLst>
          </p:cNvPr>
          <p:cNvCxnSpPr>
            <a:cxnSpLocks/>
          </p:cNvCxnSpPr>
          <p:nvPr/>
        </p:nvCxnSpPr>
        <p:spPr>
          <a:xfrm flipH="1">
            <a:off x="4653331" y="5946040"/>
            <a:ext cx="433848" cy="445973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0A47566B-BE2C-F42E-E272-5A3466B4FED4}"/>
              </a:ext>
            </a:extLst>
          </p:cNvPr>
          <p:cNvCxnSpPr>
            <a:cxnSpLocks/>
          </p:cNvCxnSpPr>
          <p:nvPr/>
        </p:nvCxnSpPr>
        <p:spPr>
          <a:xfrm>
            <a:off x="5765788" y="6161112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C36D8ED1-B5BC-4B7D-209D-17285298A4AF}"/>
              </a:ext>
            </a:extLst>
          </p:cNvPr>
          <p:cNvSpPr txBox="1"/>
          <p:nvPr/>
        </p:nvSpPr>
        <p:spPr>
          <a:xfrm>
            <a:off x="6016440" y="272056"/>
            <a:ext cx="486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3m</a:t>
            </a:r>
            <a:endParaRPr lang="en-IN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535A82ED-8627-9D70-6D22-B8B6DF464A4B}"/>
              </a:ext>
            </a:extLst>
          </p:cNvPr>
          <p:cNvSpPr txBox="1"/>
          <p:nvPr/>
        </p:nvSpPr>
        <p:spPr>
          <a:xfrm>
            <a:off x="6045294" y="886390"/>
            <a:ext cx="399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L1</a:t>
            </a:r>
            <a:endParaRPr lang="en-IN" dirty="0"/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BE864680-4B27-ABA0-F110-732E0C5ECEE0}"/>
              </a:ext>
            </a:extLst>
          </p:cNvPr>
          <p:cNvSpPr txBox="1"/>
          <p:nvPr/>
        </p:nvSpPr>
        <p:spPr>
          <a:xfrm>
            <a:off x="2118492" y="3035338"/>
            <a:ext cx="603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15m</a:t>
            </a:r>
            <a:endParaRPr lang="en-IN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3A390747-162C-90F5-A2C8-31286A737AD0}"/>
              </a:ext>
            </a:extLst>
          </p:cNvPr>
          <p:cNvSpPr txBox="1"/>
          <p:nvPr/>
        </p:nvSpPr>
        <p:spPr>
          <a:xfrm>
            <a:off x="6045294" y="1560477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</a:t>
            </a:r>
            <a:endParaRPr lang="en-IN" dirty="0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959EBEE8-DD18-6548-C876-58D246417467}"/>
              </a:ext>
            </a:extLst>
          </p:cNvPr>
          <p:cNvSpPr txBox="1"/>
          <p:nvPr/>
        </p:nvSpPr>
        <p:spPr>
          <a:xfrm>
            <a:off x="6045294" y="3086790"/>
            <a:ext cx="399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L2</a:t>
            </a:r>
            <a:endParaRPr lang="en-IN" dirty="0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3CECA370-98B7-9BF5-5774-54B5DFAADD6D}"/>
              </a:ext>
            </a:extLst>
          </p:cNvPr>
          <p:cNvSpPr txBox="1"/>
          <p:nvPr/>
        </p:nvSpPr>
        <p:spPr>
          <a:xfrm>
            <a:off x="6045294" y="4767960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</a:t>
            </a:r>
            <a:endParaRPr lang="en-IN" dirty="0"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CD5DB2EC-7BF5-46C3-E660-404A79419074}"/>
              </a:ext>
            </a:extLst>
          </p:cNvPr>
          <p:cNvSpPr txBox="1"/>
          <p:nvPr/>
        </p:nvSpPr>
        <p:spPr>
          <a:xfrm>
            <a:off x="6045294" y="5503535"/>
            <a:ext cx="399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L1</a:t>
            </a:r>
            <a:endParaRPr lang="en-I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66ACC433-9A8A-3417-C6E8-34ACD1A0EFC1}"/>
                  </a:ext>
                </a:extLst>
              </p:cNvPr>
              <p:cNvSpPr txBox="1"/>
              <p:nvPr/>
            </p:nvSpPr>
            <p:spPr>
              <a:xfrm>
                <a:off x="4418705" y="6296413"/>
                <a:ext cx="38023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𝜌</m:t>
                      </m:r>
                    </m:oMath>
                  </m:oMathPara>
                </a14:m>
                <a:endParaRPr lang="en-IN" i="1" dirty="0">
                  <a:solidFill>
                    <a:srgbClr val="00B0F0"/>
                  </a:solidFill>
                </a:endParaRPr>
              </a:p>
            </p:txBody>
          </p:sp>
        </mc:Choice>
        <mc:Fallback xmlns="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66ACC433-9A8A-3417-C6E8-34ACD1A0EF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8705" y="6296413"/>
                <a:ext cx="380232" cy="369332"/>
              </a:xfrm>
              <a:prstGeom prst="rect">
                <a:avLst/>
              </a:prstGeom>
              <a:blipFill>
                <a:blip r:embed="rId2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8CF6B91D-4371-E355-4BEB-B15FA9924489}"/>
                  </a:ext>
                </a:extLst>
              </p:cNvPr>
              <p:cNvSpPr txBox="1"/>
              <p:nvPr/>
            </p:nvSpPr>
            <p:spPr>
              <a:xfrm>
                <a:off x="6858726" y="6236330"/>
                <a:ext cx="38023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𝜌</m:t>
                      </m:r>
                    </m:oMath>
                  </m:oMathPara>
                </a14:m>
                <a:endParaRPr lang="en-IN" i="1" dirty="0">
                  <a:solidFill>
                    <a:srgbClr val="00B0F0"/>
                  </a:solidFill>
                </a:endParaRPr>
              </a:p>
            </p:txBody>
          </p:sp>
        </mc:Choice>
        <mc:Fallback xmlns="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8CF6B91D-4371-E355-4BEB-B15FA99244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726" y="6236330"/>
                <a:ext cx="380232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3" name="TextBox 112">
            <a:extLst>
              <a:ext uri="{FF2B5EF4-FFF2-40B4-BE49-F238E27FC236}">
                <a16:creationId xmlns:a16="http://schemas.microsoft.com/office/drawing/2014/main" id="{4B6DA967-3F06-2E0A-4CEF-3C277C1613BA}"/>
              </a:ext>
            </a:extLst>
          </p:cNvPr>
          <p:cNvSpPr txBox="1"/>
          <p:nvPr/>
        </p:nvSpPr>
        <p:spPr>
          <a:xfrm>
            <a:off x="5701742" y="6313512"/>
            <a:ext cx="6607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0.5m</a:t>
            </a:r>
            <a:endParaRPr lang="en-IN" dirty="0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68AF4665-86CF-5D18-A2D1-979F93C6F146}"/>
              </a:ext>
            </a:extLst>
          </p:cNvPr>
          <p:cNvSpPr txBox="1"/>
          <p:nvPr/>
        </p:nvSpPr>
        <p:spPr>
          <a:xfrm>
            <a:off x="5167169" y="257254"/>
            <a:ext cx="486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3m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815703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</TotalTime>
  <Words>11</Words>
  <Application>Microsoft Office PowerPoint</Application>
  <PresentationFormat>Widescreen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Cambria Math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Arush Chinchkhede</dc:creator>
  <cp:lastModifiedBy>Arush Chinchkhede</cp:lastModifiedBy>
  <cp:revision>3</cp:revision>
  <dcterms:created xsi:type="dcterms:W3CDTF">2026-09-09T12:54:11Z</dcterms:created>
  <dcterms:modified xsi:type="dcterms:W3CDTF">2026-09-09T19:30:27Z</dcterms:modified>
</cp:coreProperties>
</file>