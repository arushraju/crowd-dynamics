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2C16-6196-D95D-6516-7E7E3F7ED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877E8-C5A3-BA02-854C-0938A10E6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E8283-64BE-D9D7-D756-127604EE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0B27C-5154-E692-31CE-ED0A6AEF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8623A-82E5-D665-9D0C-07E1E102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78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D4B6-D5CA-5050-1E71-F87ED3BF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73CC-7843-84EA-1E33-94BE68702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4C896-AD4F-5440-3896-8CE2CE7A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204A-5D6F-E881-FC45-F5E181B1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E7249-6F3D-6DA2-B99D-51C97BC8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597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3184-79E5-ED79-3F1B-9C92A09D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9E885-5495-D775-E9D8-FA23F11AC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02B87-9C6D-1426-37B6-71C6CB7E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B7CDA-03BD-B0A4-C1AF-AD9D4B70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D24DF-A527-84E9-73D1-A399085F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156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2241-E904-79B1-A61E-3D776A358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32280-9F0F-25FA-3F6A-8DC486F31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206AD-CAFB-F0E6-04B9-42709234E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B811A-B45C-FD7E-90EA-CEBF29D0A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B155A-D123-2D0A-BC95-F4FEB8E16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3486F-1CDC-55EF-648B-7F5CDEDAB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91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B52E-B52D-2659-562C-064EC159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46999-5BA5-2E1F-5D31-F11E8E817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41207-8C17-C5C8-3553-D0329C240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74CC4-B6B9-C139-62D5-1ADA90753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8C325-5648-94A1-9D26-2AAFA1E36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E56BE6-742A-1F97-C78B-C147280AE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45FFE-2DC9-9FA9-9030-59E1A972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B895E-A290-787E-65E3-0F7B3DC77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29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896D-B93D-AE30-DCC3-C63C4609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79B65-525F-6E36-6F02-EEE6EF23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D59CA-F51A-5ECD-E2EE-556EA01B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8BE9D-CDC4-A06D-19FB-424B4D89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025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720CF-D70F-0869-AF2E-D03DC3E0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5FAC1-A447-75D6-9892-82A59E0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543DA-F94E-D5EC-C788-840746AC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65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35B19-FB8D-B460-D33F-DAA1ADEF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A8D3-DAFE-0190-E9A9-F404B6EB1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8AE6E-F243-F108-F767-FE3463F60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F446D-6716-D62B-62EF-76B4BE37E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21D7B-25A8-3CFB-3121-5D690C29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2BF03-1D7D-9AAC-0D26-04D3B4CE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49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459B-8332-0C6D-BC9E-85A38B64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1E155-3E77-5036-3DC3-570D639F2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F9549-4845-D195-876A-0797FF9E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45997-3AD7-E86A-8D33-4AB55F1A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71BDA-0055-1E49-61D7-E2BEA843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09036-644D-30A4-9E01-E2E178E2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82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7B95-FC7E-E796-41E0-049C96DB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7BF5C-413A-826B-E927-B78AA8886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8F17D-54EC-4D04-6A26-565BABAA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74CBF-D3B5-B49F-5144-408781A2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5DCE0-B459-45C9-FB56-2E0C342B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78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FC610-C977-8ADA-967F-3C5B718FB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F266E-2268-49B1-2D98-C28EE4C65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7CD65-D2E7-74F1-DBD7-19BCB8F9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B5B5-FDCA-9467-F991-7556BDEAE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ADBBC-97FE-8CAE-7A98-CA6F5ACF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29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65279B-2DBE-0C3A-A180-E88CBFAD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D4F3E-A993-FCFC-6E75-F923FB360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5BD54-040A-6F86-26EC-91AA1B093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58614-B494-4FF8-B3D5-E7802057B32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AFF18-49FF-94B1-93C0-E4B6CE05F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22DF9-7492-D4E5-EAE2-AD8F25975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3AE1E-E7B3-4380-AF70-F7D2D1EE0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9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358543-8D9C-C287-6A88-0D84E6ACA332}"/>
              </a:ext>
            </a:extLst>
          </p:cNvPr>
          <p:cNvSpPr/>
          <p:nvPr/>
        </p:nvSpPr>
        <p:spPr>
          <a:xfrm>
            <a:off x="3386168" y="887729"/>
            <a:ext cx="5400000" cy="540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20AC74-29D8-A21A-8A2D-C950F37EE459}"/>
              </a:ext>
            </a:extLst>
          </p:cNvPr>
          <p:cNvCxnSpPr/>
          <p:nvPr/>
        </p:nvCxnSpPr>
        <p:spPr>
          <a:xfrm>
            <a:off x="3155110" y="2871020"/>
            <a:ext cx="4621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6D8A68-8F80-E302-9B65-4BF1F940A3C4}"/>
              </a:ext>
            </a:extLst>
          </p:cNvPr>
          <p:cNvCxnSpPr/>
          <p:nvPr/>
        </p:nvCxnSpPr>
        <p:spPr>
          <a:xfrm>
            <a:off x="3155110" y="3072581"/>
            <a:ext cx="4621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CEC20B-90EC-646F-8C03-F9ADD8AE962B}"/>
              </a:ext>
            </a:extLst>
          </p:cNvPr>
          <p:cNvCxnSpPr/>
          <p:nvPr/>
        </p:nvCxnSpPr>
        <p:spPr>
          <a:xfrm>
            <a:off x="3155110" y="3274142"/>
            <a:ext cx="4621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D3852E-7081-0B38-7A66-C7EF8D655BF2}"/>
              </a:ext>
            </a:extLst>
          </p:cNvPr>
          <p:cNvCxnSpPr/>
          <p:nvPr/>
        </p:nvCxnSpPr>
        <p:spPr>
          <a:xfrm>
            <a:off x="3155110" y="3475703"/>
            <a:ext cx="4621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B0EE0A-C10C-A688-EEC4-28E506091EDB}"/>
              </a:ext>
            </a:extLst>
          </p:cNvPr>
          <p:cNvCxnSpPr/>
          <p:nvPr/>
        </p:nvCxnSpPr>
        <p:spPr>
          <a:xfrm>
            <a:off x="3155110" y="3677264"/>
            <a:ext cx="4621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9A353B-CAAC-DE83-2741-CC7F84C05568}"/>
              </a:ext>
            </a:extLst>
          </p:cNvPr>
          <p:cNvCxnSpPr/>
          <p:nvPr/>
        </p:nvCxnSpPr>
        <p:spPr>
          <a:xfrm>
            <a:off x="3155110" y="3878825"/>
            <a:ext cx="4621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AD0E57-7AEF-82AB-ECD1-9A8BDF964D9C}"/>
              </a:ext>
            </a:extLst>
          </p:cNvPr>
          <p:cNvCxnSpPr/>
          <p:nvPr/>
        </p:nvCxnSpPr>
        <p:spPr>
          <a:xfrm>
            <a:off x="3155110" y="4080386"/>
            <a:ext cx="4621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DDF6AA-3895-5D0E-B1E6-D9910387AB77}"/>
              </a:ext>
            </a:extLst>
          </p:cNvPr>
          <p:cNvCxnSpPr/>
          <p:nvPr/>
        </p:nvCxnSpPr>
        <p:spPr>
          <a:xfrm>
            <a:off x="3155110" y="4281947"/>
            <a:ext cx="4621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E859A91-80E0-C87E-56FD-EC7B0B2C26A6}"/>
              </a:ext>
            </a:extLst>
          </p:cNvPr>
          <p:cNvCxnSpPr>
            <a:cxnSpLocks/>
          </p:cNvCxnSpPr>
          <p:nvPr/>
        </p:nvCxnSpPr>
        <p:spPr>
          <a:xfrm flipV="1">
            <a:off x="5302542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D155F48-50BD-388E-6E0B-3C45448C561E}"/>
              </a:ext>
            </a:extLst>
          </p:cNvPr>
          <p:cNvCxnSpPr>
            <a:cxnSpLocks/>
          </p:cNvCxnSpPr>
          <p:nvPr/>
        </p:nvCxnSpPr>
        <p:spPr>
          <a:xfrm flipV="1">
            <a:off x="5464774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1546C44-AF4E-957A-1EA9-E729AE5CFE51}"/>
              </a:ext>
            </a:extLst>
          </p:cNvPr>
          <p:cNvCxnSpPr>
            <a:cxnSpLocks/>
          </p:cNvCxnSpPr>
          <p:nvPr/>
        </p:nvCxnSpPr>
        <p:spPr>
          <a:xfrm flipV="1">
            <a:off x="5627006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C05AF9F-7885-4201-BF6D-640D12DEAA53}"/>
              </a:ext>
            </a:extLst>
          </p:cNvPr>
          <p:cNvCxnSpPr>
            <a:cxnSpLocks/>
          </p:cNvCxnSpPr>
          <p:nvPr/>
        </p:nvCxnSpPr>
        <p:spPr>
          <a:xfrm flipV="1">
            <a:off x="5779406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AFAD349-52F4-29DB-922E-0DFB571C7D7C}"/>
              </a:ext>
            </a:extLst>
          </p:cNvPr>
          <p:cNvCxnSpPr>
            <a:cxnSpLocks/>
          </p:cNvCxnSpPr>
          <p:nvPr/>
        </p:nvCxnSpPr>
        <p:spPr>
          <a:xfrm flipV="1">
            <a:off x="5931806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35FF59B-3D5F-E953-662F-7BE6D9770782}"/>
              </a:ext>
            </a:extLst>
          </p:cNvPr>
          <p:cNvCxnSpPr>
            <a:cxnSpLocks/>
          </p:cNvCxnSpPr>
          <p:nvPr/>
        </p:nvCxnSpPr>
        <p:spPr>
          <a:xfrm flipV="1">
            <a:off x="6084206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F2CD12F-8045-6FE1-FA5E-DB007D3EAB25}"/>
              </a:ext>
            </a:extLst>
          </p:cNvPr>
          <p:cNvCxnSpPr>
            <a:cxnSpLocks/>
          </p:cNvCxnSpPr>
          <p:nvPr/>
        </p:nvCxnSpPr>
        <p:spPr>
          <a:xfrm flipV="1">
            <a:off x="6236606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3EEDFF6-DFB2-1FB7-2026-4B4079191369}"/>
              </a:ext>
            </a:extLst>
          </p:cNvPr>
          <p:cNvCxnSpPr>
            <a:cxnSpLocks/>
          </p:cNvCxnSpPr>
          <p:nvPr/>
        </p:nvCxnSpPr>
        <p:spPr>
          <a:xfrm flipV="1">
            <a:off x="6389006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8200F66-21C6-D943-9022-A71C9ADDFCF6}"/>
              </a:ext>
            </a:extLst>
          </p:cNvPr>
          <p:cNvCxnSpPr>
            <a:cxnSpLocks/>
          </p:cNvCxnSpPr>
          <p:nvPr/>
        </p:nvCxnSpPr>
        <p:spPr>
          <a:xfrm flipV="1">
            <a:off x="6541406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B7F9E65-A571-D83B-29A2-815F8A63673D}"/>
              </a:ext>
            </a:extLst>
          </p:cNvPr>
          <p:cNvCxnSpPr>
            <a:cxnSpLocks/>
          </p:cNvCxnSpPr>
          <p:nvPr/>
        </p:nvCxnSpPr>
        <p:spPr>
          <a:xfrm flipV="1">
            <a:off x="6693806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A19F567-DCE4-9E8E-E65B-CEAB31B348C3}"/>
              </a:ext>
            </a:extLst>
          </p:cNvPr>
          <p:cNvCxnSpPr>
            <a:cxnSpLocks/>
          </p:cNvCxnSpPr>
          <p:nvPr/>
        </p:nvCxnSpPr>
        <p:spPr>
          <a:xfrm flipV="1">
            <a:off x="6846206" y="6037837"/>
            <a:ext cx="0" cy="481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2FF1FED-0F41-87B8-40D0-1FBDFF1E725A}"/>
              </a:ext>
            </a:extLst>
          </p:cNvPr>
          <p:cNvCxnSpPr>
            <a:cxnSpLocks/>
          </p:cNvCxnSpPr>
          <p:nvPr/>
        </p:nvCxnSpPr>
        <p:spPr>
          <a:xfrm flipH="1" flipV="1">
            <a:off x="8939879" y="2807550"/>
            <a:ext cx="8788" cy="15603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9323718-D2E0-FFE3-6946-A4016A00B058}"/>
              </a:ext>
            </a:extLst>
          </p:cNvPr>
          <p:cNvCxnSpPr>
            <a:cxnSpLocks/>
          </p:cNvCxnSpPr>
          <p:nvPr/>
        </p:nvCxnSpPr>
        <p:spPr>
          <a:xfrm>
            <a:off x="5225498" y="758451"/>
            <a:ext cx="16391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E5E4FCF-5A98-4F76-ECE4-9A25AAE1D043}"/>
              </a:ext>
            </a:extLst>
          </p:cNvPr>
          <p:cNvCxnSpPr>
            <a:cxnSpLocks/>
          </p:cNvCxnSpPr>
          <p:nvPr/>
        </p:nvCxnSpPr>
        <p:spPr>
          <a:xfrm flipV="1">
            <a:off x="9493046" y="887729"/>
            <a:ext cx="0" cy="540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BE87204-FD27-DF2C-CC1C-A2BE0FCB1580}"/>
              </a:ext>
            </a:extLst>
          </p:cNvPr>
          <p:cNvCxnSpPr>
            <a:cxnSpLocks/>
          </p:cNvCxnSpPr>
          <p:nvPr/>
        </p:nvCxnSpPr>
        <p:spPr>
          <a:xfrm flipH="1">
            <a:off x="3420580" y="371536"/>
            <a:ext cx="53803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1C47761-6751-24DB-BA9C-9CA418B4ACD7}"/>
              </a:ext>
            </a:extLst>
          </p:cNvPr>
          <p:cNvSpPr txBox="1"/>
          <p:nvPr/>
        </p:nvSpPr>
        <p:spPr>
          <a:xfrm>
            <a:off x="5019484" y="62235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E2EB6F-4BE0-6C63-CCDC-6501287ED6EF}"/>
              </a:ext>
            </a:extLst>
          </p:cNvPr>
          <p:cNvSpPr txBox="1"/>
          <p:nvPr/>
        </p:nvSpPr>
        <p:spPr>
          <a:xfrm>
            <a:off x="6864634" y="622350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022D78-4E5F-8665-D4A6-B43AC27DEDC2}"/>
              </a:ext>
            </a:extLst>
          </p:cNvPr>
          <p:cNvSpPr txBox="1"/>
          <p:nvPr/>
        </p:nvSpPr>
        <p:spPr>
          <a:xfrm>
            <a:off x="8785029" y="434533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IN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F66FC8-C270-A7BF-F10B-E01E6C1B8A41}"/>
              </a:ext>
            </a:extLst>
          </p:cNvPr>
          <p:cNvSpPr txBox="1"/>
          <p:nvPr/>
        </p:nvSpPr>
        <p:spPr>
          <a:xfrm>
            <a:off x="8785428" y="244883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A6732C-002C-8767-3BD7-591252C02B0F}"/>
              </a:ext>
            </a:extLst>
          </p:cNvPr>
          <p:cNvSpPr txBox="1"/>
          <p:nvPr/>
        </p:nvSpPr>
        <p:spPr>
          <a:xfrm>
            <a:off x="6847373" y="54820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7FE9CC-8905-4BD9-CF85-11D14911ECDA}"/>
              </a:ext>
            </a:extLst>
          </p:cNvPr>
          <p:cNvSpPr txBox="1"/>
          <p:nvPr/>
        </p:nvSpPr>
        <p:spPr>
          <a:xfrm>
            <a:off x="4936784" y="53847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8255863-214E-242B-F516-5698897CD524}"/>
                  </a:ext>
                </a:extLst>
              </p:cNvPr>
              <p:cNvSpPr txBox="1"/>
              <p:nvPr/>
            </p:nvSpPr>
            <p:spPr>
              <a:xfrm>
                <a:off x="5836321" y="5673421"/>
                <a:ext cx="489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8255863-214E-242B-F516-5698897CD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321" y="5673421"/>
                <a:ext cx="489173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594B066B-566C-D4DD-A637-C1F86DA6576B}"/>
              </a:ext>
            </a:extLst>
          </p:cNvPr>
          <p:cNvSpPr txBox="1"/>
          <p:nvPr/>
        </p:nvSpPr>
        <p:spPr>
          <a:xfrm>
            <a:off x="9566000" y="3365495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90m</a:t>
            </a:r>
            <a:endParaRPr lang="en-I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9672098-CED0-F7BA-C57C-7145B43D60F3}"/>
              </a:ext>
            </a:extLst>
          </p:cNvPr>
          <p:cNvSpPr txBox="1"/>
          <p:nvPr/>
        </p:nvSpPr>
        <p:spPr>
          <a:xfrm>
            <a:off x="9017226" y="3365495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en-IN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4F1D63F-B29F-856C-77F2-2878BE2D2DB8}"/>
              </a:ext>
            </a:extLst>
          </p:cNvPr>
          <p:cNvSpPr txBox="1"/>
          <p:nvPr/>
        </p:nvSpPr>
        <p:spPr>
          <a:xfrm>
            <a:off x="3098944" y="2470953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endParaRPr lang="en-IN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D182DF-326A-B07A-0D27-C3375DED2CEE}"/>
              </a:ext>
            </a:extLst>
          </p:cNvPr>
          <p:cNvSpPr txBox="1"/>
          <p:nvPr/>
        </p:nvSpPr>
        <p:spPr>
          <a:xfrm>
            <a:off x="3093356" y="431881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endParaRPr lang="en-I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1BDFFB-6A4F-064A-EB6C-741691D58FBC}"/>
              </a:ext>
            </a:extLst>
          </p:cNvPr>
          <p:cNvSpPr txBox="1"/>
          <p:nvPr/>
        </p:nvSpPr>
        <p:spPr>
          <a:xfrm>
            <a:off x="5784323" y="1780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90m</a:t>
            </a:r>
            <a:endParaRPr lang="en-IN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6399750-3E26-76B7-A827-9A375B32CC93}"/>
              </a:ext>
            </a:extLst>
          </p:cNvPr>
          <p:cNvSpPr txBox="1"/>
          <p:nvPr/>
        </p:nvSpPr>
        <p:spPr>
          <a:xfrm>
            <a:off x="5873298" y="389119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en-IN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924B6E9-5FA5-422F-D421-C7D8FE4B90CB}"/>
              </a:ext>
            </a:extLst>
          </p:cNvPr>
          <p:cNvSpPr/>
          <p:nvPr/>
        </p:nvSpPr>
        <p:spPr>
          <a:xfrm>
            <a:off x="3378098" y="4473811"/>
            <a:ext cx="1800000" cy="180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90BA096-8715-CD2B-AA7A-F0B61AF621A4}"/>
              </a:ext>
            </a:extLst>
          </p:cNvPr>
          <p:cNvSpPr/>
          <p:nvPr/>
        </p:nvSpPr>
        <p:spPr>
          <a:xfrm>
            <a:off x="6970027" y="4463672"/>
            <a:ext cx="1800000" cy="180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7D1D8E0-6B8B-5C3E-E067-D0D4D44EE879}"/>
              </a:ext>
            </a:extLst>
          </p:cNvPr>
          <p:cNvSpPr/>
          <p:nvPr/>
        </p:nvSpPr>
        <p:spPr>
          <a:xfrm>
            <a:off x="3386168" y="880770"/>
            <a:ext cx="1800000" cy="180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9760527-386C-A0D8-14A9-37758D619F49}"/>
              </a:ext>
            </a:extLst>
          </p:cNvPr>
          <p:cNvSpPr/>
          <p:nvPr/>
        </p:nvSpPr>
        <p:spPr>
          <a:xfrm>
            <a:off x="6970027" y="883754"/>
            <a:ext cx="1800000" cy="180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50028F2-D02F-4DB9-EE09-3B1BE256A2FF}"/>
                  </a:ext>
                </a:extLst>
              </p:cNvPr>
              <p:cNvSpPr txBox="1"/>
              <p:nvPr/>
            </p:nvSpPr>
            <p:spPr>
              <a:xfrm>
                <a:off x="3625296" y="341670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50028F2-D02F-4DB9-EE09-3B1BE256A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296" y="3416708"/>
                <a:ext cx="498791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133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Arush Chinchkhede</dc:creator>
  <cp:lastModifiedBy>Arush Chinchkhede</cp:lastModifiedBy>
  <cp:revision>1</cp:revision>
  <dcterms:created xsi:type="dcterms:W3CDTF">2026-10-08T08:53:06Z</dcterms:created>
  <dcterms:modified xsi:type="dcterms:W3CDTF">2026-10-08T09:14:06Z</dcterms:modified>
</cp:coreProperties>
</file>